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B04C1A-FC94-49F2-BE2C-95955ABC75CB}" v="657" dt="2026-01-09T10:50:47.691"/>
    <p1510:client id="{C52808B4-C39D-A4C3-8538-07E7AD0006B8}" v="150" dt="2026-01-09T11:02:52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0" autoAdjust="0"/>
    <p:restoredTop sz="73434" autoAdjust="0"/>
  </p:normalViewPr>
  <p:slideViewPr>
    <p:cSldViewPr snapToGrid="0">
      <p:cViewPr varScale="1">
        <p:scale>
          <a:sx n="85" d="100"/>
          <a:sy n="85" d="100"/>
        </p:scale>
        <p:origin x="13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E8895-46B1-4F3A-B1EE-B83F818F3F91}" type="datetimeFigureOut">
              <a:rPr lang="es-ES" smtClean="0"/>
              <a:t>09/01/2026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64603-1F51-4417-9070-70B2FB1752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602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Este proyecto nace de una necesidad real dentro del departamento de mantenimiento.</a:t>
            </a:r>
            <a:br>
              <a:rPr lang="es-ES" dirty="0" smtClean="0"/>
            </a:br>
            <a:r>
              <a:rPr lang="es-ES" smtClean="0"/>
              <a:t>A partir de esa experiencia directa, se ha desarrollado una solución digital orientada a mejorar la gestión de incidencias y la eficiencia operativa.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4163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EN MANTENIMIENTO EL PROBLEMA REAL</a:t>
            </a:r>
            <a:r>
              <a:rPr lang="es-ES" baseline="0" dirty="0" smtClean="0"/>
              <a:t> NO SUELE SER ARREGLAR UN AVERIA…   SINO ENTERARSE A TIEMPO, PRIORIZAR BIEN Y DEJAR CONSTANCIA DE LO QUE SE HA HECHO.</a:t>
            </a:r>
            <a:br>
              <a:rPr lang="es-ES" baseline="0" dirty="0" smtClean="0"/>
            </a:br>
            <a:r>
              <a:rPr lang="es-ES" baseline="0" dirty="0" smtClean="0"/>
              <a:t/>
            </a:r>
            <a:br>
              <a:rPr lang="es-ES" baseline="0" dirty="0" smtClean="0"/>
            </a:br>
            <a:r>
              <a:rPr lang="es-ES" baseline="0" dirty="0" smtClean="0"/>
              <a:t>CON LA INENCIÓN DE QUE EL RESTO DEL EQUIPO TENGA UNA CONSTANCIA INMEDIATA Y NO SE DUPLIQUEN ESFUERZOS </a:t>
            </a:r>
            <a:br>
              <a:rPr lang="es-ES" baseline="0" dirty="0" smtClean="0"/>
            </a:br>
            <a:r>
              <a:rPr lang="es-ES" baseline="0" dirty="0" smtClean="0"/>
              <a:t/>
            </a:r>
            <a:br>
              <a:rPr lang="es-ES" baseline="0" dirty="0" smtClean="0"/>
            </a:br>
            <a:r>
              <a:rPr lang="es-ES" baseline="0" dirty="0" smtClean="0"/>
              <a:t>Y LO QUE ES MAS IMPORTANTE…. </a:t>
            </a:r>
            <a:br>
              <a:rPr lang="es-ES" baseline="0" dirty="0" smtClean="0"/>
            </a:br>
            <a:r>
              <a:rPr lang="es-ES" baseline="0" dirty="0" smtClean="0"/>
              <a:t/>
            </a:r>
            <a:br>
              <a:rPr lang="es-ES" baseline="0" dirty="0" smtClean="0"/>
            </a:br>
            <a:r>
              <a:rPr lang="es-ES" baseline="0" dirty="0" smtClean="0"/>
              <a:t>GENERAR UN HISTORICO, EL CUAL NOS VA A PERMITIR ANTICIPARNOS A FUTURAS AVERIAS Y PARADAS EN LA  PLANTA DE PRODUCCIÓN.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4923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EN MUCHAS EMPRESAS, LAS INCIDENCIAS SE COMUNICAN POR LLAMADAS, MENSAJES O INCLUSO EN PAPEL.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LA FORMA</a:t>
            </a:r>
            <a:r>
              <a:rPr lang="es-ES" baseline="0" dirty="0" smtClean="0"/>
              <a:t> DE RECORDAR FUTURAS INTERVENCIONES SON </a:t>
            </a:r>
            <a:r>
              <a:rPr lang="es-ES" dirty="0" smtClean="0"/>
              <a:t>ETIQUETAS</a:t>
            </a:r>
            <a:r>
              <a:rPr lang="es-ES" baseline="0" dirty="0" smtClean="0"/>
              <a:t> EN LAS PROPIAS MÁQUINAS … LAS CUALES NO SIEMPRE SE LEEN EN EL MOMENTO CONCRETO</a:t>
            </a:r>
            <a:br>
              <a:rPr lang="es-ES" baseline="0" dirty="0" smtClean="0"/>
            </a:br>
            <a:r>
              <a:rPr lang="es-ES" baseline="0" dirty="0" smtClean="0"/>
              <a:t/>
            </a:r>
            <a:br>
              <a:rPr lang="es-ES" baseline="0" dirty="0" smtClean="0"/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 PROVOCA FALTA DE TRAZABILIDAD, PÉRDIDA DE INFORMACIÓN Y QUE LOS MISMOS PROBLEMAS SE REPITAN UNA Y OTRA VEZ.</a:t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0477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DAR RESPUESTA A ESTA NECESIDAD, </a:t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DESARROLLADO APPVIDRIERA, </a:t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APLICACIÓN MÓVIL DISEÑADA PARA DIGITALIZAR Y CENTRALIZAR LA GESTIÓN DEL MANTENIMIENTO INDUSTRIAL, </a:t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PERMITIENDO UN CONTROL CLARO Y ORDENADO DE LAS INCIDENCIAS Y ÓRDENES DE TRABAJO.</a:t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UN SOLO VISTAZO PODEMOS</a:t>
            </a:r>
            <a: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TENER LA INFORMACIÓN DE CUANTAS INCIDENCIAS TENEMOS EN LA PLANTA EN EL DIA DE HOY, </a:t>
            </a:r>
            <a:b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TAREAS QUE TENEMOS ASIGANDAS EN EL DÍA DE HOY  POR NUESTRO SUPERIOR </a:t>
            </a:r>
            <a:b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LOS MANTENIMINETOS PREVENTIVOS A REALIZAR EN LA SEMANA.</a:t>
            </a:r>
            <a:b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 ELLO CON UN MANEJO MUY MUY INTIUTIVO PARA QUE CUALQUIER PERSONA QUE NO SE SIENTA CÓMODA CON LA TECNOLOGIA </a:t>
            </a:r>
            <a:b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TENGA PROBLEMAS EN EL USO. CONUN SOLO CLICK  PODEMOS ENTRAR A CADA UNA DE LAS PANTALLAS Y VER LOS DETALLES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5565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El registro de una incidencia es rápido e intuitivo,</a:t>
            </a:r>
            <a:br>
              <a:rPr lang="es-ES" dirty="0" smtClean="0"/>
            </a:br>
            <a:r>
              <a:rPr lang="es-ES" dirty="0" smtClean="0"/>
              <a:t>pudiendo realizarse directamente desde el móvil en pocos segundos.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319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Cada incidencia dispone de un sistema de estados que permite conocer en todo momento</a:t>
            </a:r>
            <a:br>
              <a:rPr lang="es-ES" dirty="0" smtClean="0"/>
            </a:br>
            <a:r>
              <a:rPr lang="es-ES" dirty="0" smtClean="0"/>
              <a:t>si está pendiente, en curso o resuelta, facilitando la organización y la priorización del trabajo.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457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Además, toda la información queda registrada,</a:t>
            </a:r>
            <a:br>
              <a:rPr lang="es-ES" dirty="0" smtClean="0"/>
            </a:br>
            <a:r>
              <a:rPr lang="es-ES" dirty="0" smtClean="0"/>
              <a:t>incluyendo comentarios, evidencias gráficas y fechas,</a:t>
            </a:r>
            <a:br>
              <a:rPr lang="es-ES" dirty="0" smtClean="0"/>
            </a:br>
            <a:r>
              <a:rPr lang="es-ES" dirty="0" smtClean="0"/>
              <a:t>lo que garantiza una correcta trazabilidad.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El acceso al histórico de incidencias permite analizar intervenciones anteriores</a:t>
            </a:r>
            <a:br>
              <a:rPr lang="es-ES" dirty="0" smtClean="0"/>
            </a:br>
            <a:r>
              <a:rPr lang="es-ES" dirty="0" smtClean="0"/>
              <a:t>y tomar decisiones basadas en información real, evitando errores repetidos.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8793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Como resultado, </a:t>
            </a:r>
            <a:r>
              <a:rPr lang="es-ES" dirty="0" err="1" smtClean="0"/>
              <a:t>APPVidriera</a:t>
            </a:r>
            <a:r>
              <a:rPr lang="es-ES" dirty="0" smtClean="0"/>
              <a:t> contribuye a reducir tiempos de gestión,</a:t>
            </a:r>
            <a:br>
              <a:rPr lang="es-ES" dirty="0" smtClean="0"/>
            </a:br>
            <a:r>
              <a:rPr lang="es-ES" dirty="0" smtClean="0"/>
              <a:t>mejorar la coordinación entre los equipos de mantenimiento</a:t>
            </a:r>
            <a:br>
              <a:rPr lang="es-ES" dirty="0" smtClean="0"/>
            </a:br>
            <a:r>
              <a:rPr lang="es-ES" dirty="0" smtClean="0"/>
              <a:t>y aumentar la eficiencia en la resolución de incidencias.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“Como se observa en la gráfica, la aplicación permite reducir el tiempo dedicado a la gestión de incidencias, mientras que mejora notablemente la coordinación entre los equipos y el control del estado y el histórico de las intervenciones.”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2952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Esta aplicación no es una herramienta genérica.</a:t>
            </a:r>
            <a:br>
              <a:rPr lang="es-ES" dirty="0" smtClean="0"/>
            </a:br>
            <a:r>
              <a:rPr lang="es-ES" dirty="0" smtClean="0"/>
              <a:t>Ha sido desarrollada internamente, desde el conocimiento real del departamento de mantenimiento.</a:t>
            </a:r>
            <a:br>
              <a:rPr lang="es-ES" dirty="0" smtClean="0"/>
            </a:br>
            <a:r>
              <a:rPr lang="es-ES" dirty="0" smtClean="0"/>
              <a:t>Su objetivo es mejorar la eficiencia productiva, optimizar la gestión diaria</a:t>
            </a:r>
            <a:br>
              <a:rPr lang="es-ES" dirty="0" smtClean="0"/>
            </a:br>
            <a:r>
              <a:rPr lang="es-ES" dirty="0" smtClean="0"/>
              <a:t>y generar beneficios medibles para la organización.</a:t>
            </a:r>
            <a:br>
              <a:rPr lang="es-ES" dirty="0" smtClean="0"/>
            </a:br>
            <a:r>
              <a:rPr lang="es-ES" dirty="0" smtClean="0"/>
              <a:t>Además, es una solución escalable, adaptable y con potencial de evolución dentro de la empresa.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64603-1F51-4417-9070-70B2FB1752C6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654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2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7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7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0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5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3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9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10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7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1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35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88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106" y="764770"/>
            <a:ext cx="4821382" cy="48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4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A78658D7-EAEC-0245-DDD2-E1C395F11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928" y="737704"/>
            <a:ext cx="2241663" cy="5385816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4917A5-452C-345E-99D4-74827F9B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6301" y="1266326"/>
            <a:ext cx="5775677" cy="4793652"/>
          </a:xfrm>
        </p:spPr>
        <p:txBody>
          <a:bodyPr>
            <a:noAutofit/>
          </a:bodyPr>
          <a:lstStyle/>
          <a:p>
            <a:r>
              <a:rPr lang="es-ES" sz="3600" dirty="0">
                <a:solidFill>
                  <a:schemeClr val="accent1"/>
                </a:solidFill>
                <a:ea typeface="+mj-lt"/>
                <a:cs typeface="+mj-lt"/>
              </a:rPr>
              <a:t>EN MANTENIMIENTO, EL PRINCIPAL PROBLEMA NO SUELE SER REPARAR, SINO LA BUENA GESTIÓN DE LA INFORMACIÓN.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63838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2B16B-D7E0-61DA-6CB8-3C4249266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41" y="100507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s-ES" dirty="0"/>
              <a:t>GESTIÓN DE INCIDENCIAS SIN CENTRALIZAR.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59F4CFB-20D1-055E-6F98-1F4950289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440000">
            <a:off x="296289" y="2450206"/>
            <a:ext cx="3051827" cy="21193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04F8EF-582A-AF54-92F3-0EAB9E6FD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398" y="1919667"/>
            <a:ext cx="3904907" cy="2631358"/>
          </a:xfrm>
          <a:prstGeom prst="rect">
            <a:avLst/>
          </a:prstGeom>
        </p:spPr>
      </p:pic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076068C0-69BD-57F9-15FF-4EE2036EE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57" y="5097804"/>
            <a:ext cx="2479876" cy="1292266"/>
          </a:xfrm>
          <a:prstGeom prst="rect">
            <a:avLst/>
          </a:prstGeom>
        </p:spPr>
      </p:pic>
      <p:pic>
        <p:nvPicPr>
          <p:cNvPr id="7" name="Imagen 6" descr="Imagen que contiene interior, tabla, escritorio, pila&#10;&#10;El contenido generado por IA puede ser incorrecto.">
            <a:extLst>
              <a:ext uri="{FF2B5EF4-FFF2-40B4-BE49-F238E27FC236}">
                <a16:creationId xmlns:a16="http://schemas.microsoft.com/office/drawing/2014/main" id="{BB5463B4-CC03-A587-B2DD-E3C7B9999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6955" y="4895762"/>
            <a:ext cx="3057525" cy="14954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32CD2B6-8BD6-BC1B-7E40-44845AC0B9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0111" y="4186177"/>
            <a:ext cx="3897145" cy="2199191"/>
          </a:xfrm>
          <a:prstGeom prst="rect">
            <a:avLst/>
          </a:prstGeom>
        </p:spPr>
      </p:pic>
      <p:pic>
        <p:nvPicPr>
          <p:cNvPr id="9" name="Imagen 8" descr="Un reloj de manecillas&#10;&#10;El contenido generado por IA puede ser incorrecto.">
            <a:extLst>
              <a:ext uri="{FF2B5EF4-FFF2-40B4-BE49-F238E27FC236}">
                <a16:creationId xmlns:a16="http://schemas.microsoft.com/office/drawing/2014/main" id="{CA73DBA4-1750-B532-325B-DB20654B9F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9600" y="1916723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545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A2F3C1-5D37-AE72-9F36-EB2616BD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1"/>
                </a:solidFill>
              </a:rPr>
              <a:t>VIDRIERA APP ES UNA APLICACIÓN MÓVIL DISEÑADA PARA CENTRALIZAR Y DIGITALIZAR TODA LA GESTIÓN DEL MANTENIMINETO DE UNA MANERA EFECTIVA Y ORDENAD</a:t>
            </a:r>
            <a:r>
              <a:rPr lang="en-US" sz="1600" dirty="0"/>
              <a:t>A</a:t>
            </a:r>
            <a:br>
              <a:rPr lang="en-US" sz="1600" dirty="0"/>
            </a:br>
            <a:endParaRPr lang="en-US" sz="1600"/>
          </a:p>
          <a:p>
            <a:pPr>
              <a:lnSpc>
                <a:spcPct val="90000"/>
              </a:lnSpc>
            </a:pPr>
            <a:endParaRPr lang="es-ES" sz="1600"/>
          </a:p>
        </p:txBody>
      </p:sp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C78A81D-274F-ECDC-9F49-6CDCC643C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244" y="210273"/>
            <a:ext cx="2561251" cy="628285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56EC337-4F9F-8597-6F5D-6AA469C73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1022" y="6076704"/>
            <a:ext cx="5679987" cy="223512"/>
          </a:xfrm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62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0C522E-223A-F174-BB0C-973EF651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825" y="1031001"/>
            <a:ext cx="5105207" cy="363831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chemeClr val="accent1"/>
                </a:solidFill>
              </a:rPr>
              <a:t>REGISTRAR UNA INCIDENCIA ES RÁPIDO E INTUITIVO. DIRECTAMENTE DESDE EL MÓVIL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Marcador de contenido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A55F075-A0A5-B1F7-C796-37FEBEC35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53709" y="118168"/>
            <a:ext cx="2712010" cy="660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26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61BE8F-D762-808E-2730-1BB7201E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953" y="1371600"/>
            <a:ext cx="3918140" cy="3614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ES" sz="3600" dirty="0">
                <a:solidFill>
                  <a:schemeClr val="accent1"/>
                </a:solidFill>
              </a:rPr>
              <a:t>CADA ORDEN DE TRABAJO TIENE UN ESTADO CLARO, DEFINIDO POR UN COLOR, EL CUAL NOS PERMITE SABER EN TODO MOMENTO SU SITUACIÓN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36BA04-2CA4-4727-91BA-40C378D140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Marcador de contenido 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0DE924D-8757-A604-167C-31B04DF76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8743" y="289363"/>
            <a:ext cx="2571469" cy="62786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591BE12-853F-CAB8-C05D-04C75F519A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57088"/>
          <a:stretch>
            <a:fillRect/>
          </a:stretch>
        </p:blipFill>
        <p:spPr>
          <a:xfrm>
            <a:off x="8829617" y="3429000"/>
            <a:ext cx="3034430" cy="3149279"/>
          </a:xfrm>
          <a:prstGeom prst="rect">
            <a:avLst/>
          </a:prstGeom>
        </p:spPr>
      </p:pic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32D80D0-1F1C-2608-F011-593C15C63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9306" y="150953"/>
            <a:ext cx="3041491" cy="286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64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4FF16D-DD74-6DA4-2C02-BF1DE561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s-ES" dirty="0">
                <a:solidFill>
                  <a:schemeClr val="accent1"/>
                </a:solidFill>
              </a:rPr>
              <a:t>T</a:t>
            </a:r>
            <a:r>
              <a:rPr lang="es-ES" sz="3100" dirty="0">
                <a:solidFill>
                  <a:schemeClr val="accent1"/>
                </a:solidFill>
              </a:rPr>
              <a:t>ODA LA INFORMACIÓN QUEDA REGISTRADA, INCLUYENDO EVIDENCIAS Y COMENTARIOS TÉCNICOS. </a:t>
            </a:r>
            <a:br>
              <a:rPr lang="es-ES" sz="3100" dirty="0">
                <a:solidFill>
                  <a:schemeClr val="accent1"/>
                </a:solidFill>
              </a:rPr>
            </a:br>
            <a:r>
              <a:rPr lang="es-ES" sz="3100" dirty="0">
                <a:solidFill>
                  <a:schemeClr val="accent1"/>
                </a:solidFill>
              </a:rPr>
              <a:t>ESTE ES UN VALOR MUY IMPORTANTE PARA GENERAR UN HISTÓRICO Y PREVENIR PROBLEMAS FUTUROS</a:t>
            </a:r>
            <a:r>
              <a:rPr lang="es-ES" sz="1600" dirty="0"/>
              <a:t/>
            </a:r>
            <a:br>
              <a:rPr lang="es-ES" sz="1600" dirty="0"/>
            </a:br>
            <a:endParaRPr lang="es-ES" sz="1600"/>
          </a:p>
        </p:txBody>
      </p:sp>
      <p:pic>
        <p:nvPicPr>
          <p:cNvPr id="4" name="Marcador de contenido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23E130C-AF3C-D243-F6D2-8C03746C6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308" y="2632464"/>
            <a:ext cx="3909289" cy="338428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815E86-0B11-1065-FFF7-BADFFBBA5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7327" y="4600160"/>
            <a:ext cx="1911086" cy="1416586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81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5E323F-00C8-48AB-687C-ACBA52DCE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s-ES" sz="4400" dirty="0">
                <a:solidFill>
                  <a:schemeClr val="accent1"/>
                </a:solidFill>
              </a:rPr>
              <a:t>EL RESULTADO ES UNA GESTIÓN MAS EFICIENTE, CON MENOS TIEMPO PERDIDO Y MEJOR COORDINACIÓN EN EL EQUIPO</a:t>
            </a:r>
            <a:r>
              <a:rPr lang="es-ES" sz="1700" dirty="0"/>
              <a:t> </a:t>
            </a:r>
          </a:p>
        </p:txBody>
      </p:sp>
      <p:sp>
        <p:nvSpPr>
          <p:cNvPr id="29" name="Content Placeholder 7">
            <a:extLst>
              <a:ext uri="{FF2B5EF4-FFF2-40B4-BE49-F238E27FC236}">
                <a16:creationId xmlns:a16="http://schemas.microsoft.com/office/drawing/2014/main" id="{DE77F1E4-3A9D-13B1-645F-67F8C3AFF0A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5341032" y="6168969"/>
            <a:ext cx="5628" cy="203927"/>
          </a:xfrm>
        </p:spPr>
        <p:txBody>
          <a:bodyPr>
            <a:normAutofit fontScale="32500" lnSpcReduction="20000"/>
          </a:bodyPr>
          <a:lstStyle/>
          <a:p>
            <a:endParaRPr lang="en-US"/>
          </a:p>
        </p:txBody>
      </p:sp>
      <p:pic>
        <p:nvPicPr>
          <p:cNvPr id="4" name="Marcador de contenido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7C27CFF-86C2-F6CB-74A2-E6F8879E1C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83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30" name="Straight Connector 19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1854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E3F58C-0FFF-AE5D-C340-8C664FE1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50" y="1031001"/>
            <a:ext cx="5737859" cy="1097280"/>
          </a:xfrm>
        </p:spPr>
        <p:txBody>
          <a:bodyPr>
            <a:noAutofit/>
          </a:bodyPr>
          <a:lstStyle/>
          <a:p>
            <a:r>
              <a:rPr lang="es-ES" sz="3200" dirty="0">
                <a:solidFill>
                  <a:schemeClr val="accent1"/>
                </a:solidFill>
              </a:rPr>
              <a:t>SOLUCIÓN DESARROLLADA INTERNAMENTE, ENFOCADA EN LA MEJORA DE LA EFICIENCIA PRODUCTIVA Y EN LA OBTENCIÓN DE BENEFICIOS MEDIBLES PARA LA ORGANIZACIÓN.</a:t>
            </a:r>
          </a:p>
        </p:txBody>
      </p:sp>
      <p:pic>
        <p:nvPicPr>
          <p:cNvPr id="4" name="Marcador de contenido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0B703B8F-DB56-05AA-9FFE-F2AAA23AA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219" y="287438"/>
            <a:ext cx="2620935" cy="628285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5DD878-9825-5E29-6418-26CD60A20AF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5851022" y="6300216"/>
            <a:ext cx="5679987" cy="229830"/>
          </a:xfrm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203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curtains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262</Words>
  <Application>Microsoft Office PowerPoint</Application>
  <PresentationFormat>Panorámica</PresentationFormat>
  <Paragraphs>26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Grandview Display</vt:lpstr>
      <vt:lpstr>DashVTI</vt:lpstr>
      <vt:lpstr>Presentación de PowerPoint</vt:lpstr>
      <vt:lpstr>Presentación de PowerPoint</vt:lpstr>
      <vt:lpstr>GESTIÓN DE INCIDENCIAS SIN CENTRALIZAR.</vt:lpstr>
      <vt:lpstr>VIDRIERA APP ES UNA APLICACIÓN MÓVIL DISEÑADA PARA CENTRALIZAR Y DIGITALIZAR TODA LA GESTIÓN DEL MANTENIMINETO DE UNA MANERA EFECTIVA Y ORDENADA  </vt:lpstr>
      <vt:lpstr>REGISTRAR UNA INCIDENCIA ES RÁPIDO E INTUITIVO. DIRECTAMENTE DESDE EL MÓVIL</vt:lpstr>
      <vt:lpstr>CADA ORDEN DE TRABAJO TIENE UN ESTADO CLARO, DEFINIDO POR UN COLOR, EL CUAL NOS PERMITE SABER EN TODO MOMENTO SU SITUACIÓN</vt:lpstr>
      <vt:lpstr>TODA LA INFORMACIÓN QUEDA REGISTRADA, INCLUYENDO EVIDENCIAS Y COMENTARIOS TÉCNICOS.  ESTE ES UN VALOR MUY IMPORTANTE PARA GENERAR UN HISTÓRICO Y PREVENIR PROBLEMAS FUTUROS </vt:lpstr>
      <vt:lpstr>EL RESULTADO ES UNA GESTIÓN MAS EFICIENTE, CON MENOS TIEMPO PERDIDO Y MEJOR COORDINACIÓN EN EL EQUIPO </vt:lpstr>
      <vt:lpstr>SOLUCIÓN DESARROLLADA INTERNAMENTE, ENFOCADA EN LA MEJORA DE LA EFICIENCIA PRODUCTIVA Y EN LA OBTENCIÓN DE BENEFICIOS MEDIBLES PARA LA ORGANIZACIÓN.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usuario</cp:lastModifiedBy>
  <cp:revision>347</cp:revision>
  <dcterms:created xsi:type="dcterms:W3CDTF">2026-01-09T08:11:52Z</dcterms:created>
  <dcterms:modified xsi:type="dcterms:W3CDTF">2026-01-09T11:41:13Z</dcterms:modified>
</cp:coreProperties>
</file>